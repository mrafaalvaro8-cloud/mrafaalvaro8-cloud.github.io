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57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6600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Slide"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9144000" cy="429768"/>
          </a:xfrm>
          <a:prstGeom prst="rect">
            <a:avLst/>
          </a:prstGeom>
          <a:solidFill>
            <a:srgbClr val="4FD1FF">
              <a:alpha val="1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9144000" cy="429768"/>
          </a:xfrm>
          <a:prstGeom prst="rect">
            <a:avLst/>
          </a:prstGeom>
          <a:solidFill>
            <a:srgbClr val="0A1020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NAPAS</a:t>
            </a:r>
            <a:endParaRPr lang="en-US" sz="68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IPA Interaktif Sistem Pernapasan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2651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Perjalanan satu tarikan napas — belajar dari hidung hingga sel darah merah lewat simulasi interaktif.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CE0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 Pengembang  ·  SMPN 1 Sijunjung  ·  Kelas 8.4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Anggota Tim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SMPN 1 Sijunjung  —  Kelas 8.4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3931920" cy="1280160"/>
          </a:xfrm>
          <a:prstGeom prst="rect">
            <a:avLst/>
          </a:prstGeom>
          <a:solidFill>
            <a:srgbClr val="132035"/>
          </a:solidFill>
          <a:ln w="19050">
            <a:solidFill>
              <a:srgbClr val="4FD1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2194560"/>
            <a:ext cx="109728" cy="109728"/>
          </a:xfrm>
          <a:prstGeom prst="ellipse">
            <a:avLst/>
          </a:prstGeom>
          <a:solidFill>
            <a:srgbClr val="4FD1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116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 Raffa Alvaro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SMPN 1 Sijunjung — Kelas 8.4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737360"/>
            <a:ext cx="3931920" cy="1280160"/>
          </a:xfrm>
          <a:prstGeom prst="rect">
            <a:avLst/>
          </a:prstGeom>
          <a:solidFill>
            <a:srgbClr val="132035"/>
          </a:solidFill>
          <a:ln w="19050">
            <a:solidFill>
              <a:srgbClr val="F2B84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92040" y="2194560"/>
            <a:ext cx="109728" cy="109728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0" name="Text 8"/>
          <p:cNvSpPr/>
          <p:nvPr/>
        </p:nvSpPr>
        <p:spPr>
          <a:xfrm>
            <a:off x="5074920" y="20116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Evan Harlen Asyraf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74920" y="25146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SMPN 1 Sijunjung — Kelas 8.4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3931920" cy="1280160"/>
          </a:xfrm>
          <a:prstGeom prst="rect">
            <a:avLst/>
          </a:prstGeom>
          <a:solidFill>
            <a:srgbClr val="132035"/>
          </a:solidFill>
          <a:ln w="19050">
            <a:solidFill>
              <a:srgbClr val="E056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3749040"/>
            <a:ext cx="109728" cy="109728"/>
          </a:xfrm>
          <a:prstGeom prst="ellipse">
            <a:avLst/>
          </a:prstGeom>
          <a:solidFill>
            <a:srgbClr val="E0566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566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05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Syakira Ramadhani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77240" y="40690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SMPN 1 Sijunjung — Kelas 8.4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3291840"/>
            <a:ext cx="3931920" cy="1280160"/>
          </a:xfrm>
          <a:prstGeom prst="rect">
            <a:avLst/>
          </a:prstGeom>
          <a:solidFill>
            <a:srgbClr val="132035"/>
          </a:solidFill>
          <a:ln w="19050">
            <a:solidFill>
              <a:srgbClr val="7CE0A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92040" y="3749040"/>
            <a:ext cx="109728" cy="109728"/>
          </a:xfrm>
          <a:prstGeom prst="ellipse">
            <a:avLst/>
          </a:prstGeom>
          <a:solidFill>
            <a:srgbClr val="7CE0A5"/>
          </a:solidFill>
          <a:ln/>
        </p:spPr>
      </p:sp>
      <p:sp>
        <p:nvSpPr>
          <p:cNvPr id="18" name="Text 16"/>
          <p:cNvSpPr/>
          <p:nvPr/>
        </p:nvSpPr>
        <p:spPr>
          <a:xfrm>
            <a:off x="5074920" y="3566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E0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Rahil Adyna Putri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074920" y="40690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SMPN 1 Sijunjung — Kelas 8.4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 Itu NAPAS?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pembelajaran IPA tentang sistem pernapasan manusia yang interaktif dan immersif.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481328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Dirancang untuk murid SD akhir, SMP, dan SMA sesuai Kurikulum Merdeka.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048256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inti: "Perjalanan Satu Tarikan Napas" — murid menyusuri tubuh dari hidung hingga alveolus.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615184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Menggabungkan simulasi, game edukatif, skenario kehidupan nyata, dan kuis adaptif.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182112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Berjalan offline-first di HP kelas menengah tanpa memerlukan akun atau pelacak pihak ketiga.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konsep punya tiga tingkat penjelasan: ringkas (SD), standar (SMP), mendalam (SMA).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343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FD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lewat melakukan, bukan hanya membaca.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Teknologi yang Digunakan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TypeScript + Tailwind CSS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206240" y="9144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Antarmuka responsif dan aksesibel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298448"/>
            <a:ext cx="548640" cy="45720"/>
          </a:xfrm>
          <a:prstGeom prst="rect">
            <a:avLst/>
          </a:prstGeom>
          <a:solidFill>
            <a:srgbClr val="4FD1F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544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Zustand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206240" y="15544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Pengelolaan state global (progres, pengaturan, simulasi)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1938528"/>
            <a:ext cx="548640" cy="45720"/>
          </a:xfrm>
          <a:prstGeom prst="rect">
            <a:avLst/>
          </a:prstGeom>
          <a:solidFill>
            <a:srgbClr val="4FD1F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1945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GSAP + ScrollTrigger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206240" y="21945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Scrollytelling perjalanan napas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2578608"/>
            <a:ext cx="548640" cy="45720"/>
          </a:xfrm>
          <a:prstGeom prst="rect">
            <a:avLst/>
          </a:prstGeom>
          <a:solidFill>
            <a:srgbClr val="4FD1FF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8346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IndexedDB (idb-keyval)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206240" y="28346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Penyimpanan progres lokal tanpa akun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3218688"/>
            <a:ext cx="548640" cy="45720"/>
          </a:xfrm>
          <a:prstGeom prst="rect">
            <a:avLst/>
          </a:prstGeom>
          <a:solidFill>
            <a:srgbClr val="4FD1FF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474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Vite-plugin-pwa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206240" y="34747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Dukungan offline setelah di-cache pertama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31520" y="3858768"/>
            <a:ext cx="548640" cy="45720"/>
          </a:xfrm>
          <a:prstGeom prst="rect">
            <a:avLst/>
          </a:prstGeom>
          <a:solidFill>
            <a:srgbClr val="4FD1FF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Vitest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206240" y="41148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Pengujian otomatis logika simulasi dan kuis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1520" y="4498848"/>
            <a:ext cx="548640" cy="45720"/>
          </a:xfrm>
          <a:prstGeom prst="rect">
            <a:avLst/>
          </a:prstGeom>
          <a:solidFill>
            <a:srgbClr val="4FD1FF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Fitur Utama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640080" cy="640080"/>
          </a:xfrm>
          <a:prstGeom prst="rect">
            <a:avLst/>
          </a:prstGeom>
          <a:solidFill>
            <a:srgbClr val="132035"/>
          </a:solidFill>
          <a:ln w="12700">
            <a:solidFill>
              <a:srgbClr val="4FD1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🫁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371600" y="914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Perjalanan Napas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1261872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Scrollytelling 7 stasiun dari hidung hingga alveolus dengan interaksi per stasiun.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640080" cy="640080"/>
          </a:xfrm>
          <a:prstGeom prst="rect">
            <a:avLst/>
          </a:prstGeom>
          <a:solidFill>
            <a:srgbClr val="132035"/>
          </a:solidFill>
          <a:ln w="12700">
            <a:solidFill>
              <a:srgbClr val="4FD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🌬️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371600" y="1828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Simulator Diafragma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2176272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Visualisasi Hukum Boyle interaktif — slider menggerakkan diafragma, panel tekanan-volume.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743200"/>
            <a:ext cx="640080" cy="640080"/>
          </a:xfrm>
          <a:prstGeom prst="rect">
            <a:avLst/>
          </a:prstGeom>
          <a:solidFill>
            <a:srgbClr val="132035"/>
          </a:solidFill>
          <a:ln w="12700">
            <a:solidFill>
              <a:srgbClr val="4FD1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743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371600" y="2743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Kuis Adaptif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71600" y="3090672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Soal disusun dari konsep terlemah; jawaban memperbarui penguasaan secara lokal.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640080" cy="640080"/>
          </a:xfrm>
          <a:prstGeom prst="rect">
            <a:avLst/>
          </a:prstGeom>
          <a:solidFill>
            <a:srgbClr val="132035"/>
          </a:solidFill>
          <a:ln w="12700">
            <a:solidFill>
              <a:srgbClr val="4FD1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657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📴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371600" y="36576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Offline-First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71600" y="4005072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precache konten inti; berjalan tanpa internet setelah dikunjungi sekali.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4F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Terima Kasih!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NAPAS — Belajar Sistem Pernapasan Manusia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7CE0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 Raffa Alvaro  ·  Evan Harlen Asyraf  ·  Syakira Ramadhani  ·  Rahil Adyna Putri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SMPN 1 Sijunjung  —  Kelas 8.4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https://mrafaalvaro8-cloud.github.io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332</Words>
  <Application>Microsoft Office PowerPoint</Application>
  <PresentationFormat>On-screen Show (16:9)</PresentationFormat>
  <Paragraphs>59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 NAPAS — SMPN 1 Sijunjung Kelas 8.4</dc:title>
  <dc:subject>PptxGenJS Presentation</dc:subject>
  <dc:creator>Tim Pengembang NAPAS</dc:creator>
  <cp:lastModifiedBy>ADE KURNIAWAN</cp:lastModifiedBy>
  <cp:revision>2</cp:revision>
  <dcterms:created xsi:type="dcterms:W3CDTF">2026-10-24T05:46:32Z</dcterms:created>
  <dcterms:modified xsi:type="dcterms:W3CDTF">2026-10-24T05:49:37Z</dcterms:modified>
</cp:coreProperties>
</file>